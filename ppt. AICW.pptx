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5C0"/>
    <a:srgbClr val="FDF3ED"/>
    <a:srgbClr val="CEE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0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Urvashi Srivastava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1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urvashisrivastava005@gmail.com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b="1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Insights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Converts raw hospital data into </a:t>
            </a:r>
            <a:r>
              <a:rPr lang="en-US" b="1" dirty="0"/>
              <a:t>strategic business insights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Focus on </a:t>
            </a:r>
            <a:r>
              <a:rPr lang="en-US" b="1" dirty="0"/>
              <a:t>data-driven decision making in healthcare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Combines </a:t>
            </a:r>
            <a:r>
              <a:rPr lang="en-US" b="1" dirty="0"/>
              <a:t>data analytics + AI-powered insights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in </a:t>
            </a:r>
            <a:r>
              <a:rPr lang="en-US" b="1" dirty="0"/>
              <a:t>improving patient outcomes and hospital efficiency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</a:t>
            </a:r>
            <a:r>
              <a:rPr lang="en-US" b="1" dirty="0"/>
              <a:t>interactive and real-time dashboard reporting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5F432-8B19-DBA2-3D62-A706A68051AF}"/>
              </a:ext>
            </a:extLst>
          </p:cNvPr>
          <p:cNvSpPr txBox="1"/>
          <p:nvPr/>
        </p:nvSpPr>
        <p:spPr>
          <a:xfrm>
            <a:off x="125240" y="1082801"/>
            <a:ext cx="6732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exists but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fragmented and underutilized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 of hospital KPIs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identifying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high-cost treatments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proper system to track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revisit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analysis leads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and inefficiency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insights for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 a </a:t>
            </a:r>
            <a:r>
              <a:rPr lang="en-IN" b="1" dirty="0"/>
              <a:t>structured data pipeline (raw → cleaned → </a:t>
            </a:r>
            <a:r>
              <a:rPr lang="en-IN" b="1" dirty="0" err="1"/>
              <a:t>analyzed</a:t>
            </a:r>
            <a:r>
              <a:rPr lang="en-IN" b="1" dirty="0"/>
              <a:t>)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Excel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cleaning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transformation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Basic statistical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Power BI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Interactive dashboards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KPI tracking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Drill-down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AI tools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Insight generation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Pattern recognition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Smart recommendations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22D8E-A0A5-6D5B-0F80-9B7F07AA7E9E}"/>
              </a:ext>
            </a:extLst>
          </p:cNvPr>
          <p:cNvSpPr txBox="1"/>
          <p:nvPr/>
        </p:nvSpPr>
        <p:spPr>
          <a:xfrm>
            <a:off x="209550" y="1162050"/>
            <a:ext cx="6648450" cy="313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Data Source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Hospital dataset (patient, billing, treatment data) </a:t>
            </a:r>
          </a:p>
          <a:p>
            <a:pPr>
              <a:buNone/>
            </a:pPr>
            <a:r>
              <a:rPr lang="en-IN" b="1" dirty="0"/>
              <a:t>2. Data Processing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cleaning and transformation using 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 missing values and standardizing data </a:t>
            </a:r>
          </a:p>
          <a:p>
            <a:pPr>
              <a:buNone/>
            </a:pPr>
            <a:r>
              <a:rPr lang="en-IN" b="1" dirty="0"/>
              <a:t>3. Analysis &amp; AI Integration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analysis using 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Insights generation using AI tools </a:t>
            </a:r>
          </a:p>
          <a:p>
            <a:pPr>
              <a:buNone/>
            </a:pPr>
            <a:r>
              <a:rPr lang="en-IN" b="1" dirty="0"/>
              <a:t>4. Output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Interactive dashboard in Power BI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 reports for decision-making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6233" y="1105839"/>
            <a:ext cx="76417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182AE-9B52-2878-41C8-55B65A01E57A}"/>
              </a:ext>
            </a:extLst>
          </p:cNvPr>
          <p:cNvSpPr txBox="1"/>
          <p:nvPr/>
        </p:nvSpPr>
        <p:spPr>
          <a:xfrm>
            <a:off x="408756" y="64208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1565C0"/>
                </a:solidFill>
              </a:rPr>
              <a:t>Key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A2498-337E-295C-A845-6B05A36333E5}"/>
              </a:ext>
            </a:extLst>
          </p:cNvPr>
          <p:cNvSpPr txBox="1"/>
          <p:nvPr/>
        </p:nvSpPr>
        <p:spPr>
          <a:xfrm>
            <a:off x="236169" y="1174793"/>
            <a:ext cx="65552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Identification of </a:t>
            </a:r>
            <a:r>
              <a:rPr lang="en-US" b="1" dirty="0"/>
              <a:t>high-revenue departments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Detection of </a:t>
            </a:r>
            <a:r>
              <a:rPr lang="en-US" b="1" dirty="0"/>
              <a:t>low-efficiency services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Discovery of </a:t>
            </a:r>
            <a:r>
              <a:rPr lang="en-US" b="1" dirty="0"/>
              <a:t>frequent diseases and patterns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Recognition of </a:t>
            </a:r>
            <a:r>
              <a:rPr lang="en-US" b="1" dirty="0"/>
              <a:t>peak hospital load periods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Identification of </a:t>
            </a:r>
            <a:r>
              <a:rPr lang="en-US" b="1" dirty="0"/>
              <a:t>high-risk patient segments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Better understanding of </a:t>
            </a:r>
            <a:r>
              <a:rPr lang="en-US" b="1" dirty="0"/>
              <a:t>billing variations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Insights for </a:t>
            </a:r>
            <a:r>
              <a:rPr lang="en-US" b="1" dirty="0"/>
              <a:t>cost reduction strategies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641356" y="1265508"/>
            <a:ext cx="3597456" cy="3309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CF9061-6D91-68D9-9845-EF5D43FA2AB1}"/>
              </a:ext>
            </a:extLst>
          </p:cNvPr>
          <p:cNvSpPr txBox="1"/>
          <p:nvPr/>
        </p:nvSpPr>
        <p:spPr>
          <a:xfrm>
            <a:off x="0" y="1165860"/>
            <a:ext cx="6858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transformed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data into actionable insights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speed and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financial and operational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the power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+ AI in healthcare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all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 effectively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Integration with </a:t>
            </a:r>
            <a:r>
              <a:rPr lang="en-US" b="1" dirty="0"/>
              <a:t>real-time hospital databases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of </a:t>
            </a:r>
            <a:r>
              <a:rPr lang="en-US" b="1" dirty="0"/>
              <a:t>machine learning models for prediction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Implementation of </a:t>
            </a:r>
            <a:r>
              <a:rPr lang="en-US" b="1" dirty="0"/>
              <a:t>AI chatbots for hospital queries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Expansion to </a:t>
            </a:r>
            <a:r>
              <a:rPr lang="en-US" b="1" dirty="0"/>
              <a:t>multi-hospital data systems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Inclusion of </a:t>
            </a:r>
            <a:r>
              <a:rPr lang="en-US" b="1" dirty="0"/>
              <a:t>patient feedback analysis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of </a:t>
            </a:r>
            <a:r>
              <a:rPr lang="en-US" b="1" dirty="0"/>
              <a:t>cloud-based dashboards for scalability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9866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348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Urvashi Srivastava</cp:lastModifiedBy>
  <cp:revision>28</cp:revision>
  <dcterms:created xsi:type="dcterms:W3CDTF">2026-02-18T09:17:23Z</dcterms:created>
  <dcterms:modified xsi:type="dcterms:W3CDTF">2026-04-09T12:59:50Z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